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58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HEALTH FACILITIES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• Functionality • Policy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Health Facilities Across Nigeria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43,970+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Facilities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34,282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Facilities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1,338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Facilities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Facilities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Nigeria’s health system is heavily skewed toward primary care. While this creates a strong foundation, the limited number of secondary and tertiary facilities, combined with a high volume of “Unknown” functional status records, presents challenges for equitable access and effective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051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Care Dominance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43,900 facilities are Primary. Secondary (1,338) and Tertiary (800) facilities are limited.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031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Status Gap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331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34,282 facilities are Functional, but 11,753 have Unknown status — a major data quality issue.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632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971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Inequality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are unevenly distributed across states, creating access disparities for citizens.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Specialized Care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few tertiary facilities exist, placing pressure on the referral system from primary care.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241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Data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functional status reporting mandatory and conduct regular field verification to reduce “Unknown” records.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84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Primary Healthcare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staffing, equipment, and infrastructure of Primary Health Centres, especially in underserved areas.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90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9443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Geographic Gaps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new facilities and upgrades in states and LGAs with low coverage to reduce access inequality.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50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9044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Stronger Referral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2519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coordination and transport between Primary, Secondary, and Tertiary facilities.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has a large network of health facilities, particularly at the primary level.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data quality gaps, uneven distribution, and limited specialized care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remain key challenges.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investments in functionality, data systems, and equitable coverage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significantly improve healthcare access and outcomes.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 Health Facilities Analysis  |  Data-Driven Insights for Better Healthcare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Nigeria Health Facilities - Executive Summary</dc:title>
  <dc:subject>Distribution, Functionality &amp; Policy Insights</dc:subject>
  <dc:creator>Nigeria Health Facilities Analysis</dc:creator>
  <cp:lastModifiedBy>Joel Dimkpa</cp:lastModifiedBy>
  <cp:revision>1</cp:revision>
  <dcterms:created xsi:type="dcterms:W3CDTF">2026-09-12T23:17:49Z</dcterms:created>
  <dcterms:modified xsi:type="dcterms:W3CDTF">2026-09-13T01:38:44Z</dcterms:modified>
</cp:coreProperties>
</file>